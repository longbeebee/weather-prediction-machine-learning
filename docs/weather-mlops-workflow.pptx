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05ccdd96ca422e" /><Relationship Type="http://schemas.openxmlformats.org/officeDocument/2006/relationships/extended-properties" Target="/docProps/app.xml" Id="Rf4e036ab70d9467f" /><Relationship Type="http://schemas.openxmlformats.org/officeDocument/2006/relationships/officeDocument" Target="/ppt/presentation.xml" Id="R3c0859b04fee4f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63d76646af4ca3"/>
  </p:sldMasterIdLst>
  <p:notesMasterIdLst>
    <p:notesMasterId xmlns:r="http://schemas.openxmlformats.org/officeDocument/2006/relationships" r:id="R98b183d0a5464ad0"/>
  </p:notesMasterIdLst>
  <p:sldIdLst>
    <p:sldId xmlns:r="http://schemas.openxmlformats.org/officeDocument/2006/relationships" id="256" r:id="R93f0929094bb481b"/>
    <p:sldId xmlns:r="http://schemas.openxmlformats.org/officeDocument/2006/relationships" id="257" r:id="R16fcf1e351544d7d"/>
    <p:sldId xmlns:r="http://schemas.openxmlformats.org/officeDocument/2006/relationships" id="258" r:id="Ra8c3851130074ed3"/>
    <p:sldId xmlns:r="http://schemas.openxmlformats.org/officeDocument/2006/relationships" id="259" r:id="Rddecdef8528f473c"/>
    <p:sldId xmlns:r="http://schemas.openxmlformats.org/officeDocument/2006/relationships" id="260" r:id="Re399ad42dee745f1"/>
    <p:sldId xmlns:r="http://schemas.openxmlformats.org/officeDocument/2006/relationships" id="261" r:id="Ra6e2bcada51f406d"/>
    <p:sldId xmlns:r="http://schemas.openxmlformats.org/officeDocument/2006/relationships" id="262" r:id="R695a6839b76c4308"/>
    <p:sldId xmlns:r="http://schemas.openxmlformats.org/officeDocument/2006/relationships" id="263" r:id="R3db2a1c53d22405a"/>
    <p:sldId xmlns:r="http://schemas.openxmlformats.org/officeDocument/2006/relationships" id="264" r:id="R6f79110bb2d448ff"/>
    <p:sldId xmlns:r="http://schemas.openxmlformats.org/officeDocument/2006/relationships" id="265" r:id="R9437c15e196e4f43"/>
    <p:sldId xmlns:r="http://schemas.openxmlformats.org/officeDocument/2006/relationships" id="266" r:id="Rd3300ec2154b4e8f"/>
    <p:sldId xmlns:r="http://schemas.openxmlformats.org/officeDocument/2006/relationships" id="267" r:id="R273da71fc3ba4dbe"/>
    <p:sldId xmlns:r="http://schemas.openxmlformats.org/officeDocument/2006/relationships" id="268" r:id="Rf651eeb5e4664d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4d27fdcb30440a" /><Relationship Type="http://schemas.openxmlformats.org/officeDocument/2006/relationships/slideMaster" Target="/ppt/slideMasters/slideMaster1.xml" Id="R8163d76646af4ca3" /><Relationship Type="http://schemas.openxmlformats.org/officeDocument/2006/relationships/notesMaster" Target="/ppt/notesMasters/notesMaster1.xml" Id="R98b183d0a5464ad0" /><Relationship Type="http://schemas.openxmlformats.org/officeDocument/2006/relationships/presProps" Target="/ppt/presProps.xml" Id="R1d73a16645ac4682" /><Relationship Type="http://schemas.openxmlformats.org/officeDocument/2006/relationships/tableStyles" Target="/ppt/tableStyles.xml" Id="Rf98d26495f924d5f" /><Relationship Type="http://schemas.openxmlformats.org/officeDocument/2006/relationships/slide" Target="/ppt/slides/slide1.xml" Id="R93f0929094bb481b" /><Relationship Type="http://schemas.openxmlformats.org/officeDocument/2006/relationships/slide" Target="/ppt/slides/slide2.xml" Id="R16fcf1e351544d7d" /><Relationship Type="http://schemas.openxmlformats.org/officeDocument/2006/relationships/slide" Target="/ppt/slides/slide3.xml" Id="Ra8c3851130074ed3" /><Relationship Type="http://schemas.openxmlformats.org/officeDocument/2006/relationships/slide" Target="/ppt/slides/slide4.xml" Id="Rddecdef8528f473c" /><Relationship Type="http://schemas.openxmlformats.org/officeDocument/2006/relationships/slide" Target="/ppt/slides/slide5.xml" Id="Re399ad42dee745f1" /><Relationship Type="http://schemas.openxmlformats.org/officeDocument/2006/relationships/slide" Target="/ppt/slides/slide6.xml" Id="Ra6e2bcada51f406d" /><Relationship Type="http://schemas.openxmlformats.org/officeDocument/2006/relationships/slide" Target="/ppt/slides/slide7.xml" Id="R695a6839b76c4308" /><Relationship Type="http://schemas.openxmlformats.org/officeDocument/2006/relationships/slide" Target="/ppt/slides/slide8.xml" Id="R3db2a1c53d22405a" /><Relationship Type="http://schemas.openxmlformats.org/officeDocument/2006/relationships/slide" Target="/ppt/slides/slide9.xml" Id="R6f79110bb2d448ff" /><Relationship Type="http://schemas.openxmlformats.org/officeDocument/2006/relationships/slide" Target="/ppt/slides/slide10.xml" Id="R9437c15e196e4f43" /><Relationship Type="http://schemas.openxmlformats.org/officeDocument/2006/relationships/slide" Target="/ppt/slides/slide11.xml" Id="Rd3300ec2154b4e8f" /><Relationship Type="http://schemas.openxmlformats.org/officeDocument/2006/relationships/slide" Target="/ppt/slides/slide12.xml" Id="R273da71fc3ba4dbe" /><Relationship Type="http://schemas.openxmlformats.org/officeDocument/2006/relationships/slide" Target="/ppt/slides/slide13.xml" Id="Rf651eeb5e4664d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9c3a31b56947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b268ff5362496f" /><Relationship Type="http://schemas.openxmlformats.org/officeDocument/2006/relationships/notesMaster" Target="/ppt/notesMasters/notesMaster1.xml" Id="R5cbf15285d884c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a566220e80470f" /><Relationship Type="http://schemas.openxmlformats.org/officeDocument/2006/relationships/notesMaster" Target="/ppt/notesMasters/notesMaster1.xml" Id="R8c2071e7911642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2f4ba2a98b4940" /><Relationship Type="http://schemas.openxmlformats.org/officeDocument/2006/relationships/notesMaster" Target="/ppt/notesMasters/notesMaster1.xml" Id="Rb882dce87b8347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d292d9f4b44189" /><Relationship Type="http://schemas.openxmlformats.org/officeDocument/2006/relationships/notesMaster" Target="/ppt/notesMasters/notesMaster1.xml" Id="Rd938a603460346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71477ca1c145bb" /><Relationship Type="http://schemas.openxmlformats.org/officeDocument/2006/relationships/notesMaster" Target="/ppt/notesMasters/notesMaster1.xml" Id="Rb8417fe32ff249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c2dbdf1d904786" /><Relationship Type="http://schemas.openxmlformats.org/officeDocument/2006/relationships/notesMaster" Target="/ppt/notesMasters/notesMaster1.xml" Id="R01879d61450f4c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69c446c94b4d0f" /><Relationship Type="http://schemas.openxmlformats.org/officeDocument/2006/relationships/notesMaster" Target="/ppt/notesMasters/notesMaster1.xml" Id="Re51867d7923541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d8126b588342db" /><Relationship Type="http://schemas.openxmlformats.org/officeDocument/2006/relationships/notesMaster" Target="/ppt/notesMasters/notesMaster1.xml" Id="R73c210e52eec42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eb42c297ba4fdc" /><Relationship Type="http://schemas.openxmlformats.org/officeDocument/2006/relationships/notesMaster" Target="/ppt/notesMasters/notesMaster1.xml" Id="R4f67273091734b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1bd763698945a9" /><Relationship Type="http://schemas.openxmlformats.org/officeDocument/2006/relationships/notesMaster" Target="/ppt/notesMasters/notesMaster1.xml" Id="Rb4ee669c16e74b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85e767c29141cd" /><Relationship Type="http://schemas.openxmlformats.org/officeDocument/2006/relationships/notesMaster" Target="/ppt/notesMasters/notesMaster1.xml" Id="R4066735f45a847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bedf3ab9ea4783" /><Relationship Type="http://schemas.openxmlformats.org/officeDocument/2006/relationships/notesMaster" Target="/ppt/notesMasters/notesMaster1.xml" Id="R4fa039396bb64b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fef7db9e3843b4" /><Relationship Type="http://schemas.openxmlformats.org/officeDocument/2006/relationships/notesMaster" Target="/ppt/notesMasters/notesMaster1.xml" Id="Rf0a4404b8e3248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dfaf544064a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6fc8ae2acb49d4" /><Relationship Type="http://schemas.openxmlformats.org/officeDocument/2006/relationships/slideLayout" Target="/ppt/slideLayouts/slideLayout1.xml" Id="R25346586aed94c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346586aed94c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9328218454341" /><Relationship Type="http://schemas.openxmlformats.org/officeDocument/2006/relationships/image" Target="/ppt/media/image.png" Id="Rd7aaf9cd7b5947d4" /><Relationship Type="http://schemas.openxmlformats.org/officeDocument/2006/relationships/notesSlide" Target="/ppt/notesSlides/notesSlide1.xml" Id="Rb7426e377b9249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bac126a7f4b0e" /><Relationship Type="http://schemas.openxmlformats.org/officeDocument/2006/relationships/image" Target="/ppt/media/image2.png" Id="R1bb1cb1092bb4e4e" /><Relationship Type="http://schemas.openxmlformats.org/officeDocument/2006/relationships/notesSlide" Target="/ppt/notesSlides/notesSlide2.xml" Id="R53635e9f81f74f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fe51d10994762" /><Relationship Type="http://schemas.openxmlformats.org/officeDocument/2006/relationships/image" Target="/ppt/media/image3.png" Id="R3155a0231aca4c75" /><Relationship Type="http://schemas.openxmlformats.org/officeDocument/2006/relationships/notesSlide" Target="/ppt/notesSlides/notesSlide3.xml" Id="R8f21487b1a064d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90e8914b34e15" /><Relationship Type="http://schemas.openxmlformats.org/officeDocument/2006/relationships/image" Target="/ppt/media/image4.png" Id="R750cac5b7448467b" /><Relationship Type="http://schemas.openxmlformats.org/officeDocument/2006/relationships/notesSlide" Target="/ppt/notesSlides/notesSlide4.xml" Id="R89d50e063f7e43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3c01d8fee449a" /><Relationship Type="http://schemas.openxmlformats.org/officeDocument/2006/relationships/image" Target="/ppt/media/image5.png" Id="R084ad84640324c1f" /><Relationship Type="http://schemas.openxmlformats.org/officeDocument/2006/relationships/notesSlide" Target="/ppt/notesSlides/notesSlide5.xml" Id="R578fa07a20bf4a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d857e3790492c" /><Relationship Type="http://schemas.openxmlformats.org/officeDocument/2006/relationships/image" Target="/ppt/media/image6.png" Id="Rded90a5a274c4afc" /><Relationship Type="http://schemas.openxmlformats.org/officeDocument/2006/relationships/notesSlide" Target="/ppt/notesSlides/notesSlide6.xml" Id="R922bffe5b55b47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d800c9ec5471a" /><Relationship Type="http://schemas.openxmlformats.org/officeDocument/2006/relationships/image" Target="/ppt/media/image7.png" Id="R29c344a7e59742c2" /><Relationship Type="http://schemas.openxmlformats.org/officeDocument/2006/relationships/notesSlide" Target="/ppt/notesSlides/notesSlide7.xml" Id="Rda5e4dfcdfdd4b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1ffc01124484d" /><Relationship Type="http://schemas.openxmlformats.org/officeDocument/2006/relationships/image" Target="/ppt/media/image8.png" Id="Reb3f83a391374a70" /><Relationship Type="http://schemas.openxmlformats.org/officeDocument/2006/relationships/notesSlide" Target="/ppt/notesSlides/notesSlide8.xml" Id="Rc695669697c143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c97690bae44ca" /><Relationship Type="http://schemas.openxmlformats.org/officeDocument/2006/relationships/image" Target="/ppt/media/image9.png" Id="R1a8e82d889d14aff" /><Relationship Type="http://schemas.openxmlformats.org/officeDocument/2006/relationships/notesSlide" Target="/ppt/notesSlides/notesSlide9.xml" Id="R3f5bf5b7956446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2bd0605bd415e" /><Relationship Type="http://schemas.openxmlformats.org/officeDocument/2006/relationships/image" Target="/ppt/media/image10.png" Id="Rba4e31d21cbb4f0a" /><Relationship Type="http://schemas.openxmlformats.org/officeDocument/2006/relationships/notesSlide" Target="/ppt/notesSlides/notesSlide10.xml" Id="Rdb1c7b7219b04f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9928e36cb4b7b" /><Relationship Type="http://schemas.openxmlformats.org/officeDocument/2006/relationships/image" Target="/ppt/media/image11.png" Id="R6b2b807eee464f18" /><Relationship Type="http://schemas.openxmlformats.org/officeDocument/2006/relationships/notesSlide" Target="/ppt/notesSlides/notesSlide11.xml" Id="R89781d84bd0c4a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06f6c899c4121" /><Relationship Type="http://schemas.openxmlformats.org/officeDocument/2006/relationships/image" Target="/ppt/media/image12.png" Id="R1582f31295a14940" /><Relationship Type="http://schemas.openxmlformats.org/officeDocument/2006/relationships/notesSlide" Target="/ppt/notesSlides/notesSlide12.xml" Id="R08fb638aa65542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57e622bab418a" /><Relationship Type="http://schemas.openxmlformats.org/officeDocument/2006/relationships/image" Target="/ppt/media/image13.png" Id="R70350fbe8d7541a1" /><Relationship Type="http://schemas.openxmlformats.org/officeDocument/2006/relationships/notesSlide" Target="/ppt/notesSlides/notesSlide13.xml" Id="R2446a6ecd4bd4c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af9cd7b5947d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4647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1cb1092bb4e4e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6708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5a0231aca4c75"/>
          <a:stretch xmlns:a="http://schemas.openxmlformats.org/drawingml/2006/main"/>
        </p:blipFill>
        <p:spPr>
          <a:xfrm xmlns:a="http://schemas.openxmlformats.org/drawingml/2006/main">
            <a:off x="4233" y="0"/>
            <a:ext cx="12183533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198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cac5b7448467b"/>
          <a:stretch xmlns:a="http://schemas.openxmlformats.org/drawingml/2006/main"/>
        </p:blipFill>
        <p:spPr>
          <a:xfrm xmlns:a="http://schemas.openxmlformats.org/drawingml/2006/main">
            <a:off x="15015" y="0"/>
            <a:ext cx="1216197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801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ad84640324c1f"/>
          <a:stretch xmlns:a="http://schemas.openxmlformats.org/drawingml/2006/main"/>
        </p:blipFill>
        <p:spPr>
          <a:xfrm xmlns:a="http://schemas.openxmlformats.org/drawingml/2006/main">
            <a:off x="0" y="4233"/>
            <a:ext cx="12192000" cy="68495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0630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90a5a274c4afc"/>
          <a:stretch xmlns:a="http://schemas.openxmlformats.org/drawingml/2006/main"/>
        </p:blipFill>
        <p:spPr>
          <a:xfrm xmlns:a="http://schemas.openxmlformats.org/drawingml/2006/main">
            <a:off x="15015" y="0"/>
            <a:ext cx="1216197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850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344a7e59742c2"/>
          <a:stretch xmlns:a="http://schemas.openxmlformats.org/drawingml/2006/main"/>
        </p:blipFill>
        <p:spPr>
          <a:xfrm xmlns:a="http://schemas.openxmlformats.org/drawingml/2006/main">
            <a:off x="15015" y="0"/>
            <a:ext cx="1216197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858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f83a391374a70"/>
          <a:stretch xmlns:a="http://schemas.openxmlformats.org/drawingml/2006/main"/>
        </p:blipFill>
        <p:spPr>
          <a:xfrm xmlns:a="http://schemas.openxmlformats.org/drawingml/2006/main">
            <a:off x="0" y="8467"/>
            <a:ext cx="12192000" cy="6841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32213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e82d889d14af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74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e31d21cbb4f0a"/>
          <a:stretch xmlns:a="http://schemas.openxmlformats.org/drawingml/2006/main"/>
        </p:blipFill>
        <p:spPr>
          <a:xfrm xmlns:a="http://schemas.openxmlformats.org/drawingml/2006/main">
            <a:off x="11745" y="0"/>
            <a:ext cx="1216851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59336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b807eee464f18"/>
          <a:stretch xmlns:a="http://schemas.openxmlformats.org/drawingml/2006/main"/>
        </p:blipFill>
        <p:spPr>
          <a:xfrm xmlns:a="http://schemas.openxmlformats.org/drawingml/2006/main">
            <a:off x="0" y="8467"/>
            <a:ext cx="12192000" cy="6841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990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2f31295a14940"/>
          <a:stretch xmlns:a="http://schemas.openxmlformats.org/drawingml/2006/main"/>
        </p:blipFill>
        <p:spPr>
          <a:xfrm xmlns:a="http://schemas.openxmlformats.org/drawingml/2006/main">
            <a:off x="7517" y="0"/>
            <a:ext cx="12176967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601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50fbe8d7541a1"/>
          <a:stretch xmlns:a="http://schemas.openxmlformats.org/drawingml/2006/main"/>
        </p:blipFill>
        <p:spPr>
          <a:xfrm xmlns:a="http://schemas.openxmlformats.org/drawingml/2006/main">
            <a:off x="15015" y="0"/>
            <a:ext cx="1216197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0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2026-10-03T17:17:02.2350000Z</dcterms:created>
  <dcterms:modified xsi:type="dcterms:W3CDTF">2026-10-03T17:17:02.2350000Z</dcterms:modified>
</coreProperties>
</file>